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36004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36004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036004d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036004d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036004d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036004d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036004d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036004d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Volumetric Additive Manufacturing via Tomographic Resolution </a:t>
            </a:r>
            <a:endParaRPr sz="3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Atom Rousseau, Aiden Aerni, Francisco Sanchez-Cardenas, Miguel Hernandez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Shiferaw Alemseged, Huy 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do?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working material is centered within the printer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working material is cured using light rays from a 360 Degree Viewpoint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part is completed once the material is cured by the light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Computed Axial Lithography (CAL)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26" y="2506301"/>
            <a:ext cx="7952749" cy="23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Over FDM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34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solid objects inside the jelly when </a:t>
            </a:r>
            <a:r>
              <a:rPr lang="en"/>
              <a:t>printing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time in general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Finish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with higher viscosity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supports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63" y="3026625"/>
            <a:ext cx="698182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 Over FDM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parts are stuck in resin and need to be cleaned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Interior voids would be filled with resin or solid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Newer technology so not as well tested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 no consumer market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Expensive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material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475" y="2279673"/>
            <a:ext cx="4239201" cy="24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/ Impact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Medical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Hobby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Manufacturing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3002950"/>
            <a:ext cx="50196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