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82995b7e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82995b7e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82995b7ec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82995b7ec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866f81134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866f81134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82995b7ec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82995b7ec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82995b7ec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582995b7ec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82995b7ec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82995b7ec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82995b7ec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82995b7ec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82995b7ec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82995b7ec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82995b7ec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582995b7ec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866f8113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866f8113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82995b7e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582995b7e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hyperlink" Target="http://www.youtube.com/watch?v=6B2VjGpnQhI" TargetMode="External"/><Relationship Id="rId5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pmc.ncbi.nlm.nih.gov/articles/PMC8379920/" TargetMode="External"/><Relationship Id="rId4" Type="http://schemas.openxmlformats.org/officeDocument/2006/relationships/hyperlink" Target="https://makerworld.com/en/models/770364-mantis-shrimp?from=search#profileId-706137" TargetMode="External"/><Relationship Id="rId5" Type="http://schemas.openxmlformats.org/officeDocument/2006/relationships/hyperlink" Target="https://journals.biologists.com/jeb/article/208/19/3655/15838/Extreme-impact-and-cavitation-forces-of-a" TargetMode="External"/><Relationship Id="rId6" Type="http://schemas.openxmlformats.org/officeDocument/2006/relationships/hyperlink" Target="https://movie-usa.glencoesoftware.com/video/10.1073/pnas.2026833118/video-4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Mantis Shrimp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Aiden Aerni, Jacob McCulloch, Julian Hamley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 the Peacock Mantis Shrimp?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607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This Mantis Shrimp </a:t>
            </a:r>
            <a:r>
              <a:rPr lang="en">
                <a:solidFill>
                  <a:schemeClr val="dk1"/>
                </a:solidFill>
              </a:rPr>
              <a:t>uses</a:t>
            </a:r>
            <a:r>
              <a:rPr lang="en">
                <a:solidFill>
                  <a:schemeClr val="dk1"/>
                </a:solidFill>
              </a:rPr>
              <a:t> a striking hammer exhibiting peak forces close to 500 N for hunting prey.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Biological mechanical advantages in its lever arm.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We can model using our FDM 3D printing resources.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This general system may be applied in multiple ways.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9150" y="1152475"/>
            <a:ext cx="2689050" cy="268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Some “Striking” Info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24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Peacock Mantis Shrimp has impressive hammer specifications: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hammer is used to smash rocks and coral to build dens.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Hammer may reach accelerations of 10</a:t>
            </a:r>
            <a:r>
              <a:rPr baseline="30000" lang="en">
                <a:solidFill>
                  <a:schemeClr val="dk1"/>
                </a:solidFill>
              </a:rPr>
              <a:t>5</a:t>
            </a:r>
            <a:r>
              <a:rPr lang="en">
                <a:solidFill>
                  <a:schemeClr val="dk1"/>
                </a:solidFill>
              </a:rPr>
              <a:t> m/s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Some tests reached peak strikes of almost 500N.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8650" y="2759575"/>
            <a:ext cx="2389800" cy="162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5406" y="2778925"/>
            <a:ext cx="2463669" cy="16250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7132400" y="2759575"/>
            <a:ext cx="1180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0000"/>
                </a:solidFill>
              </a:rPr>
              <a:t>Initial Strike</a:t>
            </a:r>
            <a:endParaRPr sz="1500">
              <a:solidFill>
                <a:srgbClr val="FF0000"/>
              </a:solidFill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6172200" y="2877575"/>
            <a:ext cx="858300" cy="2025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6643975" y="3828125"/>
            <a:ext cx="858300" cy="2025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7502275" y="3743975"/>
            <a:ext cx="9543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0000"/>
                </a:solidFill>
              </a:rPr>
              <a:t>Cavitation</a:t>
            </a:r>
            <a:endParaRPr sz="11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Important Because…</a:t>
            </a:r>
            <a:endParaRPr b="1"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Upon mastering this system and achieving similar specs, there could be many applications: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Small scale equipment for demolition projects and excavation.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Emergency use, glass breaking tool in vehicles.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Robotics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Could launch objects at extremely high speeds, aerospace potential.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6150" y="3262175"/>
            <a:ext cx="1963575" cy="130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1937" y="3262175"/>
            <a:ext cx="1306700" cy="130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70850" y="3247262"/>
            <a:ext cx="2008407" cy="133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Biomechanics of the Mantis Shrimp Strike</a:t>
            </a:r>
            <a:endParaRPr b="1"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5494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Tendon pulls back to load the springs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Releases significant amount of potential energy once critical point is reached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body and arm rotate outward with high acceleration causing high impact force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Dactyl is highly calcified to withstand high forces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7000" y="1017724"/>
            <a:ext cx="2345275" cy="293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3513" y="3953575"/>
            <a:ext cx="2912249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6188" y="4223400"/>
            <a:ext cx="3246894" cy="2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Biomechanics c</a:t>
            </a:r>
            <a:r>
              <a:rPr b="1" lang="en"/>
              <a:t>ontinued</a:t>
            </a:r>
            <a:r>
              <a:rPr lang="en"/>
              <a:t> </a:t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84700"/>
            <a:ext cx="5546874" cy="2521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Linkage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6882" y="3120125"/>
            <a:ext cx="3597118" cy="20233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Cavitation </a:t>
            </a:r>
            <a:endParaRPr b="1"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152475"/>
            <a:ext cx="550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What is happening?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Fast strike speeds cause drop in pressure between dactyl and target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low pressure causes water to boil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Steam bubbles </a:t>
            </a:r>
            <a:r>
              <a:rPr lang="en">
                <a:solidFill>
                  <a:schemeClr val="dk1"/>
                </a:solidFill>
              </a:rPr>
              <a:t>collapse</a:t>
            </a:r>
            <a:r>
              <a:rPr lang="en">
                <a:solidFill>
                  <a:schemeClr val="dk1"/>
                </a:solidFill>
              </a:rPr>
              <a:t> with significant force and can generate light flashes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1800" y="812800"/>
            <a:ext cx="1114414" cy="409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8426" y="822288"/>
            <a:ext cx="1114425" cy="4076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Printing Plan </a:t>
            </a:r>
            <a:endParaRPr b="1"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700" y="1152475"/>
            <a:ext cx="606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FDM or SLA?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FDM </a:t>
            </a:r>
            <a:r>
              <a:rPr lang="en">
                <a:solidFill>
                  <a:schemeClr val="dk1"/>
                </a:solidFill>
              </a:rPr>
              <a:t>printing</a:t>
            </a:r>
            <a:r>
              <a:rPr lang="en">
                <a:solidFill>
                  <a:schemeClr val="dk1"/>
                </a:solidFill>
              </a:rPr>
              <a:t> better suits this </a:t>
            </a:r>
            <a:r>
              <a:rPr lang="en">
                <a:solidFill>
                  <a:schemeClr val="dk1"/>
                </a:solidFill>
              </a:rPr>
              <a:t>application</a:t>
            </a:r>
            <a:r>
              <a:rPr lang="en">
                <a:solidFill>
                  <a:schemeClr val="dk1"/>
                </a:solidFill>
              </a:rPr>
              <a:t> due to the material variety </a:t>
            </a:r>
            <a:r>
              <a:rPr lang="en">
                <a:solidFill>
                  <a:schemeClr val="dk1"/>
                </a:solidFill>
              </a:rPr>
              <a:t>available.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Flashforge Adventurer 5M and Bambu Labs P1S will be used for printing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PETG will be used to create prototypes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Initial prototypes will have low infill to minimize weight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1600" y="1152475"/>
            <a:ext cx="2610300" cy="261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Additional Materials</a:t>
            </a:r>
            <a:endParaRPr b="1"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Springs - torsion, tension, and compression springs are all </a:t>
            </a:r>
            <a:r>
              <a:rPr lang="en">
                <a:solidFill>
                  <a:schemeClr val="dk1"/>
                </a:solidFill>
              </a:rPr>
              <a:t>possibilities</a:t>
            </a:r>
            <a:r>
              <a:rPr lang="en">
                <a:solidFill>
                  <a:schemeClr val="dk1"/>
                </a:solidFill>
              </a:rPr>
              <a:t> depending on how we model the system.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Bearings and pins - ideal to reduce </a:t>
            </a:r>
            <a:r>
              <a:rPr lang="en">
                <a:solidFill>
                  <a:schemeClr val="dk1"/>
                </a:solidFill>
              </a:rPr>
              <a:t>friction</a:t>
            </a:r>
            <a:r>
              <a:rPr lang="en">
                <a:solidFill>
                  <a:schemeClr val="dk1"/>
                </a:solidFill>
              </a:rPr>
              <a:t> however these can be printed as well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Testing Materials such as fixtures and weight </a:t>
            </a:r>
            <a:r>
              <a:rPr lang="en">
                <a:solidFill>
                  <a:schemeClr val="dk1"/>
                </a:solidFill>
              </a:rPr>
              <a:t>blocks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Testing Procedure</a:t>
            </a:r>
            <a:r>
              <a:rPr lang="en"/>
              <a:t> 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We plan to t</a:t>
            </a:r>
            <a:r>
              <a:rPr lang="en">
                <a:solidFill>
                  <a:schemeClr val="dk1"/>
                </a:solidFill>
              </a:rPr>
              <a:t>est the model with different infills and examine how the resulting force changes.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Not all components will have the same infill. The weight of the striking arm will be the primary variable that we will change.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Alternatively we may keep the infill consistent and change the spring to achieve a greater resulting force.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Citations</a:t>
            </a:r>
            <a:endParaRPr b="1"/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Patek, S. N., and Caldwell, R. L., 2005, “Extreme Impact and Cavitation Forces of a Biological Hammer: Strike Forces of the Peacock Mantis Shrimp </a:t>
            </a:r>
            <a:r>
              <a:rPr i="1" lang="en" sz="1100">
                <a:solidFill>
                  <a:schemeClr val="dk1"/>
                </a:solidFill>
              </a:rPr>
              <a:t>Odontodactylus scyllarus</a:t>
            </a:r>
            <a:r>
              <a:rPr lang="en" sz="1100">
                <a:solidFill>
                  <a:schemeClr val="dk1"/>
                </a:solidFill>
              </a:rPr>
              <a:t>,” </a:t>
            </a:r>
            <a:r>
              <a:rPr i="1" lang="en" sz="1100">
                <a:solidFill>
                  <a:schemeClr val="dk1"/>
                </a:solidFill>
              </a:rPr>
              <a:t>J. Exp. Biol.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b="1" lang="en" sz="1100">
                <a:solidFill>
                  <a:schemeClr val="dk1"/>
                </a:solidFill>
              </a:rPr>
              <a:t>208</a:t>
            </a:r>
            <a:r>
              <a:rPr lang="en" sz="1100">
                <a:solidFill>
                  <a:schemeClr val="dk1"/>
                </a:solidFill>
              </a:rPr>
              <a:t>(19), pp. 3655–3664.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Steinhardt, E., Hyun, N. P., Koh, J., Freeburn, G., Rosen, M. H., Temel, F. Z., Patek, S. N., and Wood, R. J., 2021, “A Physical Model of Mantis Shrimp for Exploring the Dynamics of Ultrafast Systems,” </a:t>
            </a:r>
            <a:r>
              <a:rPr i="1" lang="en" sz="1100">
                <a:solidFill>
                  <a:schemeClr val="dk1"/>
                </a:solidFill>
              </a:rPr>
              <a:t>Proc. Natl. Acad. Sci. U.S.A.</a:t>
            </a:r>
            <a:r>
              <a:rPr lang="en" sz="1100">
                <a:solidFill>
                  <a:schemeClr val="dk1"/>
                </a:solidFill>
              </a:rPr>
              <a:t>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Links</a:t>
            </a:r>
            <a:endParaRPr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Mantis Shrimp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https://makerworld.com/en/models/770364-mantis-shrimp?from=search#profileId-706137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https://journals.biologists.com/jeb/article/208/19/3655/15838/Extreme-impact-and-cavitation-forces-of-a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https://movie-usa.glencoesoftware.com/video/10.1073/pnas.2026833118/video-4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